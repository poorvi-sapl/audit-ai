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HARSHWAL &amp; COMPANY LLP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9144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30352" y="19568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30352" y="2432304"/>
            <a:ext cx="438912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2633472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642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SOP-driven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" y="2834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audit manual feeds all three engines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320040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2095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34015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GAAS, GAGAS, HCLLP style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96512" y="2633472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1104" y="2642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Math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61104" y="2834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retrieved, calculations run automatically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96512" y="320040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32095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QC-gated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61104" y="34015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sign-off required before deployment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47731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Technical Documentation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WHAT &amp; WHY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and how AuditAI solves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188720"/>
            <a:ext cx="3931920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" y="1188720"/>
            <a:ext cx="39319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80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66420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auditors spend hours reviewing workpapers that follow the same patterns every engagement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34086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thresholds calculated manually — inconsistently across auditors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01752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GAAS, GAGAS, Uniform Guidance, GASB must all be known simultaneously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369417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house style and workpaper templates not reflected in any generic AI tool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4279392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88720"/>
            <a:ext cx="427939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280160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18304" y="166420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SOP-Driven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18304" y="188366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audit manual drives fine-tuning, RAG, and math simultaneously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2249424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18304" y="246888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trained: general → GAAS/GAGAS standards → HCLLP firm style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283464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305409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retrieves the exact regulation that applies to any document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3419856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Library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363931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Materiality, SEFA totals, questioned costs computed automatically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8304" y="400507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Gate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422452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thresholds require partner sign-off — never runs on guessed values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49011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SOP DOCUMENT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document. Three engines. One source of truth.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is the firm's audit manual. AuditAI reads it three ways — each feeding a different layer of the system.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37560" y="1572768"/>
            <a:ext cx="2560320" cy="566928"/>
          </a:xfrm>
          <a:prstGeom prst="rect">
            <a:avLst/>
          </a:prstGeom>
          <a:solidFill>
            <a:srgbClr val="0F2040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572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SOP Document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44752" y="2157984"/>
            <a:ext cx="63459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4752" y="2157984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23042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2157984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3042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90688" y="2157984"/>
            <a:ext cx="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53528" y="23042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2487168"/>
            <a:ext cx="2523744" cy="2505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487168"/>
            <a:ext cx="2523744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5968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7824" y="261518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" y="2926080"/>
            <a:ext cx="2523744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92608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— baked in during training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2064" y="3236976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teaches the model WHAT procedure to follow per workpaper type. Baked into weights during Stage 2 &amp; 3 training.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" y="4206240"/>
            <a:ext cx="2523744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206240"/>
            <a:ext cx="237744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sections  →  training examples  →  model weights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487168"/>
            <a:ext cx="2523744" cy="2505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487168"/>
            <a:ext cx="252374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65576" y="25968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31336" y="261518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37560" y="2926080"/>
            <a:ext cx="2523744" cy="237744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92608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retrieved live at inference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65576" y="3236976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chunked and stored in Qdrant. When a procedure is ambiguous, the AI retrieves the relevant section as live context.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37560" y="4206240"/>
            <a:ext cx="2523744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4206240"/>
            <a:ext cx="237744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chunks  →  Qdrant index  →  top-k  →  prompt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91072" y="2487168"/>
            <a:ext cx="2523744" cy="2505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91072" y="2487168"/>
            <a:ext cx="2523744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25968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784848" y="261518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Engine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91072" y="2926080"/>
            <a:ext cx="2523744" cy="237744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292608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Codified — defines calculation logic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19088" y="3236976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defines the exact formulas and thresholds. Math library code is a direct translation of SOP's numerical procedures.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91072" y="4206240"/>
            <a:ext cx="2523744" cy="713232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4206240"/>
            <a:ext cx="237744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formulas  →  thresholds.yaml  →  materiality.py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321040" y="49011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IT WORKS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 to AI output — the complete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07008"/>
            <a:ext cx="1591056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07008"/>
            <a:ext cx="1591056" cy="32918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207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609344"/>
            <a:ext cx="1444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labels file: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workpaper_type, phase,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framework, time sensitivity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93392" y="1956816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1207008"/>
            <a:ext cx="1591056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1207008"/>
            <a:ext cx="159105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12070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50592" y="1207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1609344"/>
            <a:ext cx="1444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TOOL_MANIFEST reads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→ selects tools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on this document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12464" y="1956816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22192" y="1207008"/>
            <a:ext cx="1591056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22192" y="1207008"/>
            <a:ext cx="159105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5344" y="12070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69664" y="1207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13632" y="1609344"/>
            <a:ext cx="1444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library runs: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materiality, SEFA totals,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questioned costs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31536" y="1956816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41264" y="1207008"/>
            <a:ext cx="1591056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41264" y="1207008"/>
            <a:ext cx="1591056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14416" y="12070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88736" y="1207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32704" y="1609344"/>
            <a:ext cx="1444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fetches SOP +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chunks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workpaper type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50608" y="1956816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60336" y="1207008"/>
            <a:ext cx="1591056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60336" y="1207008"/>
            <a:ext cx="1591056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3488" y="12070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07808" y="12070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51776" y="1609344"/>
            <a:ext cx="1444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tool output + chunks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produces review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4048" y="32369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schema — two client types, three fields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84048" y="3547872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4048" y="3547872"/>
            <a:ext cx="54864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60273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client_type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382219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  |  Govt   —   Drives FASB vs GASB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10128" y="3547872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10128" y="354787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360273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is_gagas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74720" y="382219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 |  false   —   Yellow Book applies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36208" y="3547872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36208" y="3547872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60273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has_single_audit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382219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 |  false   —   Federal $750K threshold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84048" y="4334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workpaper types (confirmed by audit team):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84048" y="4590288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590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463040" y="4590288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63040" y="4590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HCLLP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42032" y="4590288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2032" y="4590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21024" y="4590288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21024" y="4590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00016" y="4590288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0016" y="4590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779008" y="4590288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79008" y="4590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58000" y="4590288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0" y="4590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936992" y="4590288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36992" y="4590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321040" y="49011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TECHNICAL COMPONENTS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engines — how each one is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188720"/>
            <a:ext cx="2743200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" y="11887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188720"/>
            <a:ext cx="27432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82496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824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33856" y="16642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LLM — general language model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9572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33856" y="23774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domain — AICPA, Yellow Book, Uniform Guidance, GASB/FASB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3856" y="30906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HCLLP firm-specific — house style, workpaper formats, engagement patterns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822192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2219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33856" y="38039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procedures translated to training examples at each stage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1188720"/>
            <a:ext cx="2743200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1887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1188720"/>
            <a:ext cx="27432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19856" y="1682496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16824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005072" y="16642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— chunked SOP + regulation documents indexed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19856" y="2395728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9856" y="239572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005072" y="23774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workpaper_type + year narrow the search space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19856" y="3108960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9856" y="31089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005072" y="30906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HCLLP SOP · AICPA GAAS · GAGAS · Uniform Guidance · OMB Supplement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19856" y="3822192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9856" y="382219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05072" y="38039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relevant chunks injected as live prompt context per workpaper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63056" y="1188720"/>
            <a:ext cx="2743200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118872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63056" y="118872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Library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91072" y="1682496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16824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76288" y="16642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TOOL_MANIFEST maps 8 workpaper types to calculation functions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91072" y="2395728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239572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76288" y="23774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materiality_checker — reads thresholds.yaml, branches on client_type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91072" y="3108960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1089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tools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76288" y="30906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sefa_schedule tools, finding calculators, reconciliation checks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91072" y="3822192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382219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76288" y="38039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thresholds.yaml — all null until QC Partner signs off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20624" y="4791456"/>
            <a:ext cx="8375904" cy="219456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" y="4791456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thresholds.yaml ships with all values as null — materiality_checker raises a hard error until QC Partner fills in and commits every value.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321040" y="49011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EXECUTION 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A→E — what's happening and in what 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61872"/>
            <a:ext cx="1682496" cy="347472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61872"/>
            <a:ext cx="1682496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618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4356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Removal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38912" y="1664208"/>
            <a:ext cx="1499616" cy="219456"/>
          </a:xfrm>
          <a:prstGeom prst="rect">
            <a:avLst/>
          </a:prstGeom>
          <a:solidFill>
            <a:srgbClr val="ECFDF5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6420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99339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ICAI-SA from ENUM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2615184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jurisdiction &amp; currency columns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3236976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india: from thresholds.yaml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3858768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M-11 Hindi OCR out of scope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66544" y="1261872"/>
            <a:ext cx="1682496" cy="34747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66544" y="1261872"/>
            <a:ext cx="1682496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7984" y="12618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57984" y="14356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Restructure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157984" y="1664208"/>
            <a:ext cx="1499616" cy="219456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7984" y="166420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57984" y="199339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client_type, is_gagas, has_single_audit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57984" y="2615184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other_subtype VARCHAR(50) NULLABLE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57984" y="3236976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engagement_type column entirely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57984" y="3858768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AuditState + all call sites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85616" y="1261872"/>
            <a:ext cx="1682496" cy="34747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85616" y="1261872"/>
            <a:ext cx="1682496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7056" y="12618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77056" y="14356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TOOL_MANIFEST Fix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77056" y="1664208"/>
            <a:ext cx="1499616" cy="219456"/>
          </a:xfrm>
          <a:prstGeom prst="rect">
            <a:avLst/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77056" y="166420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77056" y="199339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sefa / finding / planning to canonical names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77056" y="2615184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final_report to ENUM + TOOL_MANIFEST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77056" y="3236976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stale types from ENUM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77056" y="3858768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atomic commit for all changes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04688" y="1261872"/>
            <a:ext cx="1682496" cy="34747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04688" y="1261872"/>
            <a:ext cx="1682496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12618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96128" y="14356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Config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596128" y="1664208"/>
            <a:ext cx="1499616" cy="219456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96128" y="166420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96128" y="199339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YAML to NPO + Govt only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96128" y="2615184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materiality.py signature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96128" y="3236976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QC Partner sign-off session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23760" y="1261872"/>
            <a:ext cx="1682496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23760" y="1261872"/>
            <a:ext cx="1682496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12618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15200" y="1435608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Phases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315200" y="1664208"/>
            <a:ext cx="1499616" cy="219456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0" y="166420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PM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0" y="199339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complete ordered phase list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315200" y="2615184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guess or placeholder the ENUM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315200" y="3236976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phase ENUM only when confirmed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47472" y="4809744"/>
            <a:ext cx="8503920" cy="2011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480974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 can run in the same session  ·  D takes 15 min after B  ·  E stays blocked until the audit team confirms the full phase list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321040" y="49011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414016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59152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2064" y="658368"/>
            <a:ext cx="77724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 — one SOP, three engines.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75488" y="2542032"/>
            <a:ext cx="4297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2542032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6334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Document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2889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feeds fine-tuning training, RAG retrieval, and math formulas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3346704"/>
            <a:ext cx="4297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3346704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4381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Fine-Tuning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36941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LLM → audit domain (GAAS/GAGAS/UG) → HCLLP firm-specific style and workpaper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4151376"/>
            <a:ext cx="4297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4151376"/>
            <a:ext cx="54864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2428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4498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Qdrant: SOP + GAAS + GAGAS + Uniform Guidance chunks retrieved live per workpaper type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74336" y="2542032"/>
            <a:ext cx="4297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74336" y="2542032"/>
            <a:ext cx="54864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26334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Library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57216" y="2889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TOOL_MANIFEST routes 8 workpaper types to SOP-derived calc functions — materiality, SEFA, findings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74336" y="3346704"/>
            <a:ext cx="4297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74336" y="3346704"/>
            <a:ext cx="54864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34381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57216" y="36941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client_type (NPO/Govt) + is_gagas + has_single_audit — three fields cover all real combinations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74336" y="4151376"/>
            <a:ext cx="4297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74336" y="4151376"/>
            <a:ext cx="54864" cy="6766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7216" y="42428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Gate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157216" y="4498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thresholds.yaml null-gated — Partner sign-off required, git-tracked, change-controlled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" y="499262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Harshwal &amp; Company LLP  ·  AuditAI  ·  Internal Technical Documentation  ·  Confidential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21040" y="49011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AuditAI — Technical Overview</dc:title>
  <dc:subject>PptxGenJS Presentation</dc:subject>
  <dc:creator>PptxGenJS</dc:creator>
  <cp:lastModifiedBy>PptxGenJS</cp:lastModifiedBy>
  <cp:revision>1</cp:revision>
  <dcterms:created xsi:type="dcterms:W3CDTF">2026-04-30T10:31:39Z</dcterms:created>
  <dcterms:modified xsi:type="dcterms:W3CDTF">2026-04-30T10:31:39Z</dcterms:modified>
</cp:coreProperties>
</file>