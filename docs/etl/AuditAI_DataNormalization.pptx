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0A4A4B"/>
          </a:solidFill>
          <a:ln w="12700">
            <a:solidFill>
              <a:srgbClr val="0A4A4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502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" y="777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Normalization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75488" y="15361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AuditAI Fine-Tuning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75488" y="2103120"/>
            <a:ext cx="7772400" cy="1371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22128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turn unstructured workpapers into clean training signal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" y="2743200"/>
            <a:ext cx="2468880" cy="292608"/>
          </a:xfrm>
          <a:prstGeom prst="rect">
            <a:avLst/>
          </a:prstGeom>
          <a:solidFill>
            <a:srgbClr val="0A4A4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WorkpaperRecord schema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18688" y="2743200"/>
            <a:ext cx="2468880" cy="292608"/>
          </a:xfrm>
          <a:prstGeom prst="rect">
            <a:avLst/>
          </a:prstGeom>
          <a:solidFill>
            <a:srgbClr val="0A4A4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18688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extraction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61888" y="2743200"/>
            <a:ext cx="2468880" cy="292608"/>
          </a:xfrm>
          <a:prstGeom prst="rect">
            <a:avLst/>
          </a:prstGeom>
          <a:solidFill>
            <a:srgbClr val="0A4A4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61888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" y="3145536"/>
            <a:ext cx="2468880" cy="292608"/>
          </a:xfrm>
          <a:prstGeom prst="rect">
            <a:avLst/>
          </a:prstGeom>
          <a:solidFill>
            <a:srgbClr val="0A4A4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31455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alias dictionary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18688" y="3145536"/>
            <a:ext cx="2468880" cy="292608"/>
          </a:xfrm>
          <a:prstGeom prst="rect">
            <a:avLst/>
          </a:prstGeom>
          <a:solidFill>
            <a:srgbClr val="0A4A4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18688" y="31455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pipeline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61888" y="3145536"/>
            <a:ext cx="2468880" cy="292608"/>
          </a:xfrm>
          <a:prstGeom prst="rect">
            <a:avLst/>
          </a:prstGeom>
          <a:solidFill>
            <a:srgbClr val="0A4A4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455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impact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Harshwal &amp; Company LLP  ·  AuditAI Engineering  ·  Internal Reference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workpaper text breaks fine-tuning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audit concept — five different surface forms. The model learns formatting, not audit logic.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319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54864" cy="3456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workpaper text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1920240"/>
            <a:ext cx="3657600" cy="20116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Letter 2019: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2148840"/>
            <a:ext cx="3657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2585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Eng. Prtnr:  J.Smith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Rsk Assmt: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Clnt: ABC Nonprofit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 GAAS audit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02920" y="2889504"/>
            <a:ext cx="3657600" cy="20116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28895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PPC 2021: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" y="3118104"/>
            <a:ext cx="3657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22783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 Name: ______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Assessment: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Client: [illegible]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Independence: done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2920" y="3858768"/>
            <a:ext cx="3657600" cy="20116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858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Form 2024: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4087368"/>
            <a:ext cx="3657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19709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EP: Johnson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Score: 3/5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 Type: NPO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Indep. eval: 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02920" y="4572000"/>
            <a:ext cx="3657600" cy="1828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572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learns: 'Eng. Prtnr' ≠ 'Partner Name' ≠ 'EP:' → breaks on format change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370832" y="2926080"/>
            <a:ext cx="402336" cy="21945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0832" y="292608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46320" y="1389888"/>
            <a:ext cx="39319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46320" y="1389888"/>
            <a:ext cx="54864" cy="34564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72768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44068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WorkpaperRecord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983480" y="1901952"/>
            <a:ext cx="365760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120640" y="2011680"/>
            <a:ext cx="33832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workpaper_type: "PPC"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client_type: "NPO"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is_gagas: false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has_single_audit: false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audit_phase: "Planning"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fields_present: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risk_score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engagement_scope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prior_year_status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fields_missing: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partner_signature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independence_signoff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extraction_confidence: 0.92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983480" y="4572000"/>
            <a:ext cx="3657600" cy="182880"/>
          </a:xfrm>
          <a:prstGeom prst="rect">
            <a:avLst/>
          </a:prstGeom>
          <a:solidFill>
            <a:srgbClr val="D0EEEE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74920" y="4572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 regardless of source year, format, or scan quality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27402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527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WORKPAPER RECORD SCHEMA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WorkpaperRecord — the canonical data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workpaper, from any year or format, produces exactly this. Train on this, never on raw text.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846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35204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08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dataclass definition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792224"/>
            <a:ext cx="4572000" cy="2980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42976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WorkpaperRecord: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Classification labels (5)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workpaper_type: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client_type: str       # "NPO" | "Govt"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is_gagas: bool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has_single_audit: bool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audit_phase: str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Field manifest (core value)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fields_present: list[str]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fields_missing: list[str]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Source provenance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source_doc_path: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source_year: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extraction_method: str   # "pdf"|"ocr"|"llm"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extraction_confidence: float  # 0.0-1.0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For training use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raw_text_excerpt: str    # max 1500 tokens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auditor_approved: bool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reviewer_id: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review_date: str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94960" y="1371600"/>
            <a:ext cx="33832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1371600"/>
            <a:ext cx="54864" cy="3520440"/>
          </a:xfrm>
          <a:prstGeom prst="rect">
            <a:avLst/>
          </a:prstGeom>
          <a:solidFill>
            <a:srgbClr val="5B4DB8"/>
          </a:solidFill>
          <a:ln w="12700">
            <a:solidFill>
              <a:srgbClr val="5B4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14416" y="15087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Field-by-field purpose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1828800"/>
            <a:ext cx="45720" cy="40233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14416" y="18288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fields_missing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14416" y="20299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training signal. Each missing field maps directly to a §-cited SOP finding in the completion.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2331720"/>
            <a:ext cx="45720" cy="40233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14416" y="23317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fields_present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14416" y="25328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hallucinated findings — the model must not flag a field that IS present.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0" y="2834640"/>
            <a:ext cx="45720" cy="4023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14416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extraction_confidence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14416" y="303580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only &gt;= 0.7 enters training. Below threshold = human review queue.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0" y="3337560"/>
            <a:ext cx="45720" cy="402336"/>
          </a:xfrm>
          <a:prstGeom prst="rect">
            <a:avLst/>
          </a:prstGeom>
          <a:solidFill>
            <a:srgbClr val="5B4DB8"/>
          </a:solidFill>
          <a:ln w="12700">
            <a:solidFill>
              <a:srgbClr val="5B4D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14416" y="33375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client_type + is_gagas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14416" y="35387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determine which SOP rules apply. Wrong combination = wrong findings.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0" y="3840480"/>
            <a:ext cx="4572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14416" y="38404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auditor_approved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14416" y="40416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 — no pair enters training without this being True. The auditor is the final filter.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4343400"/>
            <a:ext cx="45720" cy="402336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43434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raw_text_excerpt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14416" y="45445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1500 tokens. The model learns from the field manifest above, not from raw text noise.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27402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527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MULTI-METHOD EXTRACTION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extractors run in parallel — output is compared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method works for all workpaper types. Confidence emerges from agreement.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54864" cy="35661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5727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5727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pdfplumber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3776" y="18196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PDFs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3776" y="2048256"/>
            <a:ext cx="128016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" y="2029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for digital PDFs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3776" y="2267712"/>
            <a:ext cx="128016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2494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table structure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93776" y="2487168"/>
            <a:ext cx="128016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no GPU needed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93776" y="2724912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2706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scanned docs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93776" y="2944368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2926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handwritten fields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3200400"/>
            <a:ext cx="2487168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310128"/>
            <a:ext cx="221284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pdfplumber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pdfplumber.open(path) as pdf: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 = pdf.pages[0]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Exclude header/footer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crop = page.crop((0, 50,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page.width,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page.height-50))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crop.extract_text()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36976" y="1389888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36976" y="1389888"/>
            <a:ext cx="54864" cy="3566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572768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67328" y="15727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pytesseract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438144" y="18196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/ image PDFs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438144" y="2048256"/>
            <a:ext cx="128016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21024" y="2029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scanned docs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438144" y="2267712"/>
            <a:ext cx="128016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21024" y="22494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image-only PDFs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3438144" y="2487168"/>
            <a:ext cx="128016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621024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handwritten text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3438144" y="2724912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621024" y="2706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errors on poor scans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3438144" y="2944368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621024" y="2926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without GPU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3438144" y="3163824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621024" y="31455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substitutions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3401568" y="3200400"/>
            <a:ext cx="2487168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538728" y="3310128"/>
            <a:ext cx="221284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pytesseract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pdf2image import convert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 = convert(path, dpi=300)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page in pages: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Preprocess: grayscale,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denoise, threshold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pytesseract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.image_to_string(page)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6181344" y="1389888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181344" y="1389888"/>
            <a:ext cx="54864" cy="3566160"/>
          </a:xfrm>
          <a:prstGeom prst="rect">
            <a:avLst/>
          </a:prstGeom>
          <a:solidFill>
            <a:srgbClr val="5B4DB8"/>
          </a:solidFill>
          <a:ln w="12700">
            <a:solidFill>
              <a:srgbClr val="5B4DB8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72768"/>
            <a:ext cx="237744" cy="237744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711696" y="15727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LLM extractor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6382512" y="18196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 extraction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6382512" y="2048256"/>
            <a:ext cx="128016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565392" y="2029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field intent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6382512" y="2267712"/>
            <a:ext cx="128016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565392" y="22494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label variations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6382512" y="2487168"/>
            <a:ext cx="128016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565392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ambiguous fields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6382512" y="2724912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565392" y="2706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of the three</a:t>
            </a:r>
            <a:endParaRPr lang="en-US" sz="850" dirty="0"/>
          </a:p>
        </p:txBody>
      </p:sp>
      <p:sp>
        <p:nvSpPr>
          <p:cNvPr id="55" name="Shape 50"/>
          <p:cNvSpPr/>
          <p:nvPr/>
        </p:nvSpPr>
        <p:spPr>
          <a:xfrm>
            <a:off x="6382512" y="2944368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565392" y="2926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API tokens</a:t>
            </a:r>
            <a:endParaRPr lang="en-US" sz="850" dirty="0"/>
          </a:p>
        </p:txBody>
      </p:sp>
      <p:sp>
        <p:nvSpPr>
          <p:cNvPr id="57" name="Shape 52"/>
          <p:cNvSpPr/>
          <p:nvPr/>
        </p:nvSpPr>
        <p:spPr>
          <a:xfrm>
            <a:off x="6382512" y="3163824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565392" y="31455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SOP field list</a:t>
            </a:r>
            <a:endParaRPr lang="en-US" sz="850" dirty="0"/>
          </a:p>
        </p:txBody>
      </p:sp>
      <p:sp>
        <p:nvSpPr>
          <p:cNvPr id="59" name="Shape 54"/>
          <p:cNvSpPr/>
          <p:nvPr/>
        </p:nvSpPr>
        <p:spPr>
          <a:xfrm>
            <a:off x="6345936" y="3200400"/>
            <a:ext cx="2487168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483096" y="3310128"/>
            <a:ext cx="221284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f"""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these fields from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workpaper text.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Fields: {REQUIRED_FIELDS}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JSON only.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{raw_text}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gpt4(prompt)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= json.loads(result)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125066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CONFIDENCE SCORING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— the quality gate for all training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derived from agreement between the three extractors. It determines what happens to each record.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5029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54864" cy="21031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36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confidence score is calculated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475488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01952"/>
            <a:ext cx="36576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agree on field value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97480" y="1828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39312" y="18288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directly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212848"/>
            <a:ext cx="4754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86000"/>
            <a:ext cx="36576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agree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97480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39312" y="22128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— flag for spot check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596896"/>
            <a:ext cx="475488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670048"/>
            <a:ext cx="36576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5968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disagree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9748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39312" y="25968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2980944"/>
            <a:ext cx="4754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054096"/>
            <a:ext cx="36576" cy="2011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29809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blank in all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97480" y="29809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0.0→ fields_missing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39312" y="29809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 missing list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639312"/>
            <a:ext cx="5029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39312"/>
            <a:ext cx="54864" cy="1261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3767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routing by confidence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" y="40599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0.9: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89888" y="4059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training directly — high-confidence clean signal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" y="42611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0.7–0.9: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89888" y="42611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training with a spot_check=True flag in review_log.csv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5216" y="44622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0.7: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89888" y="4462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 human_review_queue — corrected records return as 1.0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" y="46634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89888" y="4663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appended to fields_missing — becomes training signal for findings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1389888"/>
            <a:ext cx="320040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77840" y="1389888"/>
            <a:ext cx="54864" cy="351129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97296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calculation code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705856" y="1810512"/>
            <a:ext cx="2944368" cy="2980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43016" y="1920240"/>
            <a:ext cx="267004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score_confidence(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pdf_fields, ocr_fields, llm_fields,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float: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vals =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pdf_fields.get(field_name),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ocr_fields.get(field_name),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llm_fields.get(field_name)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non_null = [v for v in vals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if v is not None]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len(non_null) == 0: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0.0  # missing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Normalize for comparison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normed = [normalize(v)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v in non_null]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= set(normed)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len(unique) == 1: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1.0  # all agree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counts = Counter(normed)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majority = counts.most_common(1)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majority[0][1] &gt;= 2: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0.7  # 2 of 3 agree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0.2    # all disagree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446934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4469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FIELD ALIAS DICTIONARY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alias dictionary — map 12 names to one canonical field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required field appears under different names across years, templates, and partners. Normalize first.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93776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54864" cy="3511296"/>
          </a:xfrm>
          <a:prstGeom prst="rect">
            <a:avLst/>
          </a:prstGeom>
          <a:solidFill>
            <a:srgbClr val="5B4DB8"/>
          </a:solidFill>
          <a:ln w="12700">
            <a:solidFill>
              <a:srgbClr val="5B4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361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field_aliases dictionary — PPC workpaper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4663440" cy="2980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438912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field_aliases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"PPC":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"partner_signature":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"Eng. Partner", "Engagement Partner",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"Partner:", "EP:", "Partner Name",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"Reviewed by", "Approved by Partner",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"Prtnr Sign-off", "Partner Approval",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"P.A.", "Responsible Partner",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"Lead Partner", "Signing Partner"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"independence_signoff":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"Independence", "Indep. eval",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"Independence Evaluation",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"Independence Certification",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"Independence Check", "Ind. Cert.",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"Annual Independence Confirmation"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"risk_score":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"Risk", "Risk Score", "Risk Assess.",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"Engagement Risk", "Risk Rating",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"ER Score", "Risk Level"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0" y="1389888"/>
            <a:ext cx="32918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1389888"/>
            <a:ext cx="54864" cy="16276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05856" y="1536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this dictionary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1865376"/>
            <a:ext cx="347472" cy="34747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6752" y="18653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historical workpapers through pdfplumber — collect every field label that appears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2194560"/>
            <a:ext cx="347472" cy="34747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6752" y="21945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semantic intent — manually cluster into canonical field names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77840" y="2523744"/>
            <a:ext cx="347472" cy="34747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16752" y="25237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aliases whenever a new workpaper format appears — dictionary grows over time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77840" y="2852928"/>
            <a:ext cx="347472" cy="34747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16752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 review: confirm every alias maps to the correct canonical field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0" y="3127248"/>
            <a:ext cx="329184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3127248"/>
            <a:ext cx="54864" cy="17739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05856" y="32735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function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77840" y="3547872"/>
            <a:ext cx="3072384" cy="12435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3657600"/>
            <a:ext cx="27980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normalize_field(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str,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workpaper_type: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str |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aliases = field_aliases.get(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workpaper_type, {})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canonical, variants in  aliases.items():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label.strip() in variants: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canonical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None  # unknown field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446934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4469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NORMALIZATION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normalization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raw workpaper passes through this sequence before touching training data or RAG indexing.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54864" cy="171907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17904"/>
            <a:ext cx="347472" cy="347472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3544" y="151790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raw document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Word / Excel / scan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" y="2157984"/>
            <a:ext cx="1737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677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file bytes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 format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to parser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50008" y="2194560"/>
            <a:ext cx="146304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1389888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1389888"/>
            <a:ext cx="54864" cy="17190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60904" y="1517904"/>
            <a:ext cx="347472" cy="34747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0904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99816" y="151790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extractors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60904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+ OCR + LLM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60904" y="2157984"/>
            <a:ext cx="1737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8064" y="22677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 execution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label → value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text capture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26280" y="2194560"/>
            <a:ext cx="146304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2584" y="1389888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1389888"/>
            <a:ext cx="54864" cy="1719072"/>
          </a:xfrm>
          <a:prstGeom prst="rect">
            <a:avLst/>
          </a:prstGeom>
          <a:solidFill>
            <a:srgbClr val="5B4DB8"/>
          </a:solidFill>
          <a:ln w="12700">
            <a:solidFill>
              <a:srgbClr val="5B4D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37176" y="1517904"/>
            <a:ext cx="347472" cy="347472"/>
          </a:xfrm>
          <a:prstGeom prst="ellipse">
            <a:avLst/>
          </a:prstGeom>
          <a:solidFill>
            <a:srgbClr val="5B4DB8"/>
          </a:solidFill>
          <a:ln w="12700">
            <a:solidFill>
              <a:srgbClr val="5B4D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151790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alias dict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37176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field labels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37176" y="2157984"/>
            <a:ext cx="1737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22677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variants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 field 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→ review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02552" y="2194560"/>
            <a:ext cx="146304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8856" y="1389888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48856" y="1389888"/>
            <a:ext cx="54864" cy="17190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13448" y="1517904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52360" y="151790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confidence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1344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across methods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13448" y="2157984"/>
            <a:ext cx="1737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50608" y="22677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3 outputs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0.7 → proceed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0.7 → queue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310128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310128"/>
            <a:ext cx="54864" cy="17190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" y="3438144"/>
            <a:ext cx="347472" cy="34747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3544" y="343814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field manifest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4632" y="38587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fields_present / missing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" y="4078224"/>
            <a:ext cx="1737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41879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 = extracted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= not found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confidence=0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50008" y="4114800"/>
            <a:ext cx="146304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96312" y="3310128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496312" y="3310128"/>
            <a:ext cx="54864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60904" y="3438144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60904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099816" y="343814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PII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660904" y="38587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names, EINs, dates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660904" y="4078224"/>
            <a:ext cx="1737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98064" y="41879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 + NER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[REDACTED]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for dedup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526280" y="4114800"/>
            <a:ext cx="146304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72584" y="3310128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72584" y="3310128"/>
            <a:ext cx="54864" cy="17190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37176" y="3438144"/>
            <a:ext cx="347472" cy="347472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37176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276088" y="343814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WorkpaperRecord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837176" y="38587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dataclass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837176" y="4078224"/>
            <a:ext cx="1737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74336" y="41879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fields packed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canonical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serialized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702552" y="4114800"/>
            <a:ext cx="146304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48856" y="3310128"/>
            <a:ext cx="2029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848856" y="3310128"/>
            <a:ext cx="54864" cy="17190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13448" y="3438144"/>
            <a:ext cx="347472" cy="34747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13448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452360" y="343814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confidence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013448" y="38587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 review queue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013448" y="4078224"/>
            <a:ext cx="1737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50608" y="41879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0.7 → training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0.7 → human 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 → JSONL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28600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TRAINING DATA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normalization does to fine-tuning quality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workpaper — trained on raw text vs normalized schema. Two completely different models.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3192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54864" cy="3511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36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normalization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1828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 user message: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3657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3969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"Eng. Prtnr:  J.Smith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Rsk Assmt: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Clnt: ABC Nonprofit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Scope:GAAS audit FY24"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5216" y="2999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learns: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146304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182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"Eng. Prtnr" is different from "EP:" — treats same field as different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547872"/>
            <a:ext cx="146304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529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lines = missing fields (until 2023 template changes layout)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895344"/>
            <a:ext cx="146304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770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Format-specific patterns that break when the next template version arrives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4242816"/>
            <a:ext cx="146304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224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silently — no error thrown, just wrong findings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626864"/>
            <a:ext cx="3657600" cy="292608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626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re-optimize after every new workpaper batch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70832" y="2926080"/>
            <a:ext cx="402336" cy="21945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292608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389888"/>
            <a:ext cx="393192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389888"/>
            <a:ext cx="54864" cy="351129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1536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normalization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65776" y="1828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 in user message: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56048" y="2029968"/>
            <a:ext cx="3657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213969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fields_present: [risk_score, scope]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fields_missing: [partner_signature,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independence_signoff]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65776" y="2999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learns: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56048" y="3200400"/>
            <a:ext cx="146304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182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partner_signature in fields_missing = §2.1 violation, always, on any document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56048" y="3547872"/>
            <a:ext cx="146304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529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missing fields = two numbered findings, regardless of which year or format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56048" y="3895344"/>
            <a:ext cx="146304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8770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manifest is identical for 1990 scan and 2024 digital form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56048" y="4242816"/>
            <a:ext cx="146304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224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citations map to field names, not to text patterns — never breaks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56048" y="4626864"/>
            <a:ext cx="3657600" cy="292608"/>
          </a:xfrm>
          <a:prstGeom prst="rect">
            <a:avLst/>
          </a:prstGeom>
          <a:solidFill>
            <a:srgbClr val="D0EEEE"/>
          </a:solidFill>
          <a:ln w="12700">
            <a:solidFill>
              <a:srgbClr val="D0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4626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model is format-agnostic and stable across SOP versions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27402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527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PII STRIPPING &amp; ROUTING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stripping and the human review queue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removal is mandatory before any record enters training. The review queue turns low-confidence records into gold.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11480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54864" cy="3511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stripping — what gets removed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83664"/>
            <a:ext cx="3840480" cy="402336"/>
          </a:xfrm>
          <a:prstGeom prst="rect">
            <a:avLst/>
          </a:prstGeom>
          <a:solidFill>
            <a:srgbClr val="FDEC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836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names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0" y="18836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model (spaCy ORG) → [CLIENT_REDACTED]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3591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/ Tax IDs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235915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\d{2}-\d{7} → [EIN_REDACTED]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3840480" cy="402336"/>
          </a:xfrm>
          <a:prstGeom prst="rect">
            <a:avLst/>
          </a:prstGeom>
          <a:solidFill>
            <a:srgbClr val="FDEC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8346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names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28346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model (spaCy PERSON) → [PERSON_REDACTED]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310128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3101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dates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28800" y="33101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fiscal_year int, strip full dates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785616"/>
            <a:ext cx="3840480" cy="402336"/>
          </a:xfrm>
          <a:prstGeom prst="rect">
            <a:avLst/>
          </a:prstGeom>
          <a:solidFill>
            <a:srgbClr val="FDEC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7856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amounts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28800" y="37856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magnitude: '$2.3M' → '[AMT_REDACTED]'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4261104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2611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/ location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28800" y="42611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(spaCy GPE, LOC) → [LOC_REDACTED]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4626864"/>
            <a:ext cx="3840480" cy="292608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626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PII stripping BEFORE multi-method extraction — never after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389888"/>
            <a:ext cx="411480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389888"/>
            <a:ext cx="54864" cy="35112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 — low confidence records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91456" y="1828800"/>
            <a:ext cx="3840480" cy="13898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1938528"/>
            <a:ext cx="3566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ReviewQueueEntry: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record: WorkpaperRecord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disagreement_fields: list[str]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pdf_values: dict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ocr_values: dict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llm_values: dict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Auditor fills these: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correct_values: dict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reviewer_id: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corrected_confidence: float  # 1.0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82896" y="3291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queue is valuable: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91456" y="3529584"/>
            <a:ext cx="128016" cy="1280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3511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= hard case. After correction it's your most informative example.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91456" y="3767328"/>
            <a:ext cx="128016" cy="1280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3749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sees all three extractor outputs side-by-side — they correct the right value.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91456" y="4005072"/>
            <a:ext cx="128016" cy="1280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74336" y="39867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records re-enter as extraction_confidence=1.0 — highest quality training signal.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91456" y="4242816"/>
            <a:ext cx="128016" cy="1280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42245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time, corrections improve your alias dictionary and extractor prompts.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91456" y="4626864"/>
            <a:ext cx="3840480" cy="292608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4626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review queue processed within 48h of ingestion. Don't let it pile up.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03197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031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CODE 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normalization entry point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normalize_workpaper() function — the single call that produces a WorkpaperRecord from any raw document.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41248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54864" cy="351129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361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normalize_workpaper() — main entry 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8138160" cy="2980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7863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normalize_workpaper(file_path: str, workpaper_type: str, client_type: str,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is_gagas: bool, has_single_audit: bool) -&gt; WorkpaperRecord: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1: Strip PII from raw bytes before any extraction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clean_path = strip_pii(file_path)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2: Run all three extractors in parallel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ThreadPoolExecutor(max_workers=3) as ex: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pdf_fut = ex.submit(extract_pdfplumber, clean_path)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ocr_fut = ex.submit(extract_tesseract, clean_path)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llm_fut = ex.submit(extract_llm, clean_path, workpaper_type)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pdf_fields, ocr_fields, llm_fields = pdf_fut.result(), ocr_fut.result(), llm_fut.result()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3: Apply alias dictionary to normalize field labels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= SOP_REQUIRED_FIELDS[workpaper_type][client_type]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fields_present, fields_missing = [], []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canonical_field in required: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 = score_confidence(pdf_fields, ocr_fields, llm_fields, canonical_field)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scores.confidence &gt;= 0.7: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fields_present.append(canonical_field)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fields_missing.append(canonical_field)   # becomes a finding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4: Build WorkpaperRecord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 = WorkpaperRecord(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workpaper_type=workpaper_type, client_type=client_type,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is_gagas=is_gagas, has_single_audit=has_single_audit,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fields_present=fields_present, fields_missing=fields_missing,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extraction_confidence=min(scores.values()),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raw_text_excerpt=truncate(extract_raw_text(clean_path), max_tokens=1500),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auditor_approved=False   # Awaits 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5: Route by confidence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record.extraction_confidence &lt; 0.7: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review_queue.add(ReviewQueueEntry(record, pdf_fields, ocr_fields, llm_fields))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record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4992624"/>
            <a:ext cx="8412480" cy="292608"/>
          </a:xfrm>
          <a:prstGeom prst="rect">
            <a:avLst/>
          </a:prstGeom>
          <a:solidFill>
            <a:srgbClr val="D0EEEE"/>
          </a:solidFill>
          <a:ln w="12700">
            <a:solidFill>
              <a:srgbClr val="D0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992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function is called once per workpaper. Output is a WorkpaperRecord. Nothing downstream ever touches raw text.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0A4A4B"/>
          </a:solidFill>
          <a:ln w="12700">
            <a:solidFill>
              <a:srgbClr val="0A4A4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" y="685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pre-flight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75488" y="1298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write a single training pair until all of these are done.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" y="1664208"/>
            <a:ext cx="8321040" cy="1371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" y="1828800"/>
            <a:ext cx="256032" cy="256032"/>
          </a:xfrm>
          <a:prstGeom prst="rect">
            <a:avLst/>
          </a:prstGeom>
          <a:solidFill>
            <a:srgbClr val="0A4A4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81965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field_aliases dictionary built and auditor-reviewed for every workpaper type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" y="2249424"/>
            <a:ext cx="256032" cy="256032"/>
          </a:xfrm>
          <a:prstGeom prst="rect">
            <a:avLst/>
          </a:prstGeom>
          <a:solidFill>
            <a:srgbClr val="0A4A4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22402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extractors tested — pdfplumber, pytesseract, LLM — output compared on 5 sample docs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" y="2670048"/>
            <a:ext cx="256032" cy="256032"/>
          </a:xfrm>
          <a:prstGeom prst="rect">
            <a:avLst/>
          </a:prstGeom>
          <a:solidFill>
            <a:srgbClr val="0A4A4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66090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score_confidence() function validated — correct scores on known-good and known-bad samples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5488" y="3090672"/>
            <a:ext cx="256032" cy="256032"/>
          </a:xfrm>
          <a:prstGeom prst="rect">
            <a:avLst/>
          </a:prstGeom>
          <a:solidFill>
            <a:srgbClr val="0A4A4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308152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stripping runs BEFORE extraction — tested with spaCy NER on real workpaper samples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75488" y="3511296"/>
            <a:ext cx="256032" cy="256032"/>
          </a:xfrm>
          <a:prstGeom prst="rect">
            <a:avLst/>
          </a:prstGeom>
          <a:solidFill>
            <a:srgbClr val="0A4A4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35021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normalize_workpaper() entry point tested end-to-end — output is a valid WorkpaperRecord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5488" y="3931920"/>
            <a:ext cx="256032" cy="256032"/>
          </a:xfrm>
          <a:prstGeom prst="rect">
            <a:avLst/>
          </a:prstGeom>
          <a:solidFill>
            <a:srgbClr val="0A4A4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392277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 operational — 48h SLA agreed with audit team before ingestion starts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75488" y="4352544"/>
            <a:ext cx="256032" cy="256032"/>
          </a:xfrm>
          <a:prstGeom prst="rect">
            <a:avLst/>
          </a:prstGeom>
          <a:solidFill>
            <a:srgbClr val="0A4A4B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" y="43434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records with extraction_confidence &gt;= 0.7 AND auditor_approved=True enter training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75488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Harshwal &amp; Company LLP  ·  AuditAI Data Normalization  ·  Internal Reference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AuditAI — Data Normalization</dc:title>
  <dc:subject>PptxGenJS Presentation</dc:subject>
  <dc:creator>PptxGenJS</dc:creator>
  <cp:lastModifiedBy>PptxGenJS</cp:lastModifiedBy>
  <cp:revision>1</cp:revision>
  <dcterms:created xsi:type="dcterms:W3CDTF">2026-05-06T06:31:24Z</dcterms:created>
  <dcterms:modified xsi:type="dcterms:W3CDTF">2026-05-06T06:31:24Z</dcterms:modified>
</cp:coreProperties>
</file>