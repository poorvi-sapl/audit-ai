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67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877824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75488" y="19019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 plain-English overview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75488" y="237744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54203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explains what AuditAI does, how it works, and what goes in and comes out — without the technical jargon.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47914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PM, Audit Team, Stakeholders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auditors deal with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298448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298448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44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6072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review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340864"/>
            <a:ext cx="2514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auditors spend hours reviewing workpapers that follow the same patterns every engagement. That's expensive time on predictable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6704" y="1298448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29844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444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83864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3864" y="2340864"/>
            <a:ext cx="2514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thresholds, SEFA totals, questioned costs — all computed by hand, inconsistently, across different auditors and engagements.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298448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29844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444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91656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standards knowledge required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1656" y="2340864"/>
            <a:ext cx="2514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GAAS, Yellow Book, Uniform Guidance, GASB — an auditor needs to know all of these simultaneously. One missed rule is an audit risk.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791456"/>
            <a:ext cx="8339328" cy="219456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79145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was built to handle all three — so auditors can focus on judgment calls, not routine work.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in one sentence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71600"/>
            <a:ext cx="8339328" cy="1371600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63040"/>
            <a:ext cx="7973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is an AI assistant that reads an audit workpaper, looks up the relevant regulations, runs the necessary calculations, and tells the auditor what to check — automatically.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8912" y="2944368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6072" y="3474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trained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37673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new hire who studied every audit standard and the firm's own workpaper style before starting 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2944368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83864" y="3474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things 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3864" y="37673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processes a document, it retrieves the exact regulation that applies — like having a searchable library of every audit standard.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2944368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91656" y="3474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numbers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37673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materiality thresholds, checks SEFA totals, and calculates questioned costs — using formulas approved by the QC Partner.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DOCUMENT — HOW EVERYTHING CONNECTS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feeds the entire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(Standard Operating Procedure) document is the source of truth that drives all three parts of AuditAI. Think of it as the firm's audit manual — written once, used everywhere.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0" y="1810512"/>
            <a:ext cx="2286000" cy="658368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SOP Document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10512" y="2487168"/>
            <a:ext cx="0" cy="603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2496" y="29443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2487168"/>
            <a:ext cx="0" cy="603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9443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53528" y="2487168"/>
            <a:ext cx="0" cy="603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29443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" y="3200400"/>
            <a:ext cx="2286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3200400"/>
            <a:ext cx="2286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28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7124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98678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teaches the AI WHAT procedure to follow for each type of workpaper. This is baked in permanently during training.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200400"/>
            <a:ext cx="2286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320040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328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02736" y="37124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02736" y="398678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is stored in the knowledge base. When a procedure is ambiguous, the AI retrieves the relevant SOP section as live context.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10528" y="3200400"/>
            <a:ext cx="2286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3200400"/>
            <a:ext cx="2286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328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38544" y="37124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38544" y="398678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defines the calculation steps and thresholds — materiality %, SEFA logic, questioned cost rules — that the math library runs.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2487168"/>
            <a:ext cx="58430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an auditor uploads a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35024"/>
            <a:ext cx="384048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3502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Auditor uploads a workpaper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62763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label it — what type of document it is, which phase it's in, which client it belongs 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" y="192024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2066544"/>
            <a:ext cx="38404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6654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System reads the 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35915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tells the system exactly what kind of document this is. That single label drives everything that happens next.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" y="265176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798064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7980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Calculations run automatically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09067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library computes materiality thresholds, checks SEFA totals, or calculates questioned costs — depending on the document type.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" y="338328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529584"/>
            <a:ext cx="38404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2958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Relevant regulations retrieved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82219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finds and retrieves the exact GAAS, Yellow Book, or Uniform Guidance sections that apply to this specific document.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" y="411480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261104"/>
            <a:ext cx="38404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26110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AI writes the review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55371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model combines the calculations and the regulations to produce a workpaper review — flagged items, comments, suggested findings.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clients. The system handles both.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knows the difference between an NPO and a Government client — and automatically applies the right standards, formulas, and guidance for each.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" y="1755648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755648"/>
            <a:ext cx="405993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83664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85216" y="234086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26700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Organization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29626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standard: FASB / US GAAP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27355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standard: AICPA GAAS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" y="35844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federal grants received → Yellow Book also applies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38953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federal spending over $750K → Single Audit required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" y="42062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base: total expenses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6592" y="1755648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1755648"/>
            <a:ext cx="40599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883664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82896" y="234086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82896" y="26700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Special District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2896" y="296265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standard: GASB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2896" y="327355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standard: GAGAS (Yellow Book) — always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35844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cities, counties, special districts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2896" y="38953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federal spending over $750K → Single Audit required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82896" y="42062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base: revenues or expenditures (larger)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4846320"/>
            <a:ext cx="8339328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8463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Audit applies to both client types when federal expenditures exceed $750,000 in a year.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auditor does vs what the AI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is a tool, not a replacement. The AI handles the repeatable, rules-based work. The auditor handles the judgment calls.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" y="1719072"/>
            <a:ext cx="4005072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719072"/>
            <a:ext cx="4005072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1907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The Auditor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22128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engagement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" y="2414016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client record, selects client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" y="272491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workpapers at 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" y="2926080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document type, phase,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32369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3438144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flagged items and suggested findings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37490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judgment calls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" y="3950208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rises to a finding, signs off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" y="426110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the audit opinion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4462272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responsibility stays with the auditor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1719072"/>
            <a:ext cx="4059936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1719072"/>
            <a:ext cx="405993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71907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AuditAI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2212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document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uploaded workpaper automatically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2724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calculations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82896" y="2926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Materiality, SEFA totals, questioned costs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2896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regulations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34381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exact standards that apply to this document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3749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issues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39502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accounts above threshold, missing elements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82896" y="4261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2896" y="4462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comments in Harshwal house style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15968" y="30906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912" y="5029200"/>
            <a:ext cx="833932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GOES LIVE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QC Partner gate — nothing runs until it's approved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cannot compute materiality for a single engagement until a QC Partner has reviewed and signed off on the calculation percentages. This is a hard gate — not a suggestion.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1847088"/>
            <a:ext cx="2011680" cy="2596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847088"/>
            <a:ext cx="20116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975104"/>
            <a:ext cx="621792" cy="347472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7510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2414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ships with blanks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816352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percentage in the config file ships as empty. The system cannot calculate anything yet.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14016" y="2926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78608" y="1847088"/>
            <a:ext cx="2011680" cy="2596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78608" y="1847088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975104"/>
            <a:ext cx="621792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97510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06624" y="2414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Partner fills them 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06624" y="2816352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reviews each client type (NPO and Govt) and decides the planning %, performance %, and trivial % the firm uses.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8576" y="2926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73168" y="1847088"/>
            <a:ext cx="2011680" cy="2596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847088"/>
            <a:ext cx="20116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8112" y="1975104"/>
            <a:ext cx="621792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97510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01184" y="2414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signs 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2816352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field is filled and approved, the Partner marks each section as signed off in the review tool.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03136" y="2926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67728" y="1847088"/>
            <a:ext cx="2011680" cy="2596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67728" y="1847088"/>
            <a:ext cx="20116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1975104"/>
            <a:ext cx="621792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97510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95744" y="2414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unlocks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95744" y="2816352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point, every new engagement automatically gets the correct materiality calculation. No manual work needed.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" y="4572000"/>
            <a:ext cx="8430768" cy="292608"/>
          </a:xfrm>
          <a:prstGeom prst="rect">
            <a:avLst/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2064" y="4572000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the Partner's professional judgment controls every materiality number in the system. The AI computes — the Partner decides.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5488" y="8229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is one system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engines.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75488" y="2487168"/>
            <a:ext cx="274320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248716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" y="29809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325526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audit standards + HCLLP's own workpapers. Writes like a Harshwal auditor.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487168"/>
            <a:ext cx="274320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8716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1296" y="29809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1296" y="325526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exact regulation that applies to any document, at the moment it's processed.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2487168"/>
            <a:ext cx="274320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248716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29809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8" y="325526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materiality, checks SEFA, computes questioned costs — using Partner-approved thresholds.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45354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document feeds all three  ·  The QC Partner controls the thresholds  ·  The auditor keeps professional responsibility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1149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AuditAI — How It Works</dc:title>
  <dc:subject>PptxGenJS Presentation</dc:subject>
  <dc:creator>PptxGenJS</dc:creator>
  <cp:lastModifiedBy>Poorvi Yadav</cp:lastModifiedBy>
  <cp:revision>2</cp:revision>
  <dcterms:created xsi:type="dcterms:W3CDTF">2026-04-30T09:49:15Z</dcterms:created>
  <dcterms:modified xsi:type="dcterms:W3CDTF">2026-04-30T10:26:18Z</dcterms:modified>
</cp:coreProperties>
</file>